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79FE5F-8402-4652-80C1-471F7F1D6D1C}" v="28" dt="2025-10-19T17:33:19.1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713" autoAdjust="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 Jashwanth" userId="dc3d6892c9a71830" providerId="LiveId" clId="{D9021D25-CE09-4CF2-BAAA-8DCDC9063662}"/>
    <pc:docChg chg="undo redo custSel delSld modSld">
      <pc:chgData name="K Jashwanth" userId="dc3d6892c9a71830" providerId="LiveId" clId="{D9021D25-CE09-4CF2-BAAA-8DCDC9063662}" dt="2025-10-19T17:53:30.139" v="587" actId="20577"/>
      <pc:docMkLst>
        <pc:docMk/>
      </pc:docMkLst>
      <pc:sldChg chg="modSp mod">
        <pc:chgData name="K Jashwanth" userId="dc3d6892c9a71830" providerId="LiveId" clId="{D9021D25-CE09-4CF2-BAAA-8DCDC9063662}" dt="2025-10-19T17:53:30.139" v="587" actId="20577"/>
        <pc:sldMkLst>
          <pc:docMk/>
          <pc:sldMk cId="0" sldId="256"/>
        </pc:sldMkLst>
        <pc:spChg chg="mod">
          <ac:chgData name="K Jashwanth" userId="dc3d6892c9a71830" providerId="LiveId" clId="{D9021D25-CE09-4CF2-BAAA-8DCDC9063662}" dt="2025-10-19T17:10:25.642" v="25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K Jashwanth" userId="dc3d6892c9a71830" providerId="LiveId" clId="{D9021D25-CE09-4CF2-BAAA-8DCDC9063662}" dt="2025-10-19T17:53:30.139" v="587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K Jashwanth" userId="dc3d6892c9a71830" providerId="LiveId" clId="{D9021D25-CE09-4CF2-BAAA-8DCDC9063662}" dt="2025-10-19T17:16:54.042" v="249" actId="20577"/>
        <pc:sldMkLst>
          <pc:docMk/>
          <pc:sldMk cId="0" sldId="257"/>
        </pc:sldMkLst>
        <pc:spChg chg="mod">
          <ac:chgData name="K Jashwanth" userId="dc3d6892c9a71830" providerId="LiveId" clId="{D9021D25-CE09-4CF2-BAAA-8DCDC9063662}" dt="2025-10-19T17:16:32.688" v="246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K Jashwanth" userId="dc3d6892c9a71830" providerId="LiveId" clId="{D9021D25-CE09-4CF2-BAAA-8DCDC9063662}" dt="2025-10-19T17:16:54.042" v="249" actId="20577"/>
          <ac:spMkLst>
            <pc:docMk/>
            <pc:sldMk cId="0" sldId="257"/>
            <ac:spMk id="3" creationId="{00000000-0000-0000-0000-000000000000}"/>
          </ac:spMkLst>
        </pc:spChg>
      </pc:sldChg>
      <pc:sldChg chg="del">
        <pc:chgData name="K Jashwanth" userId="dc3d6892c9a71830" providerId="LiveId" clId="{D9021D25-CE09-4CF2-BAAA-8DCDC9063662}" dt="2025-10-19T17:15:08.858" v="200" actId="47"/>
        <pc:sldMkLst>
          <pc:docMk/>
          <pc:sldMk cId="0" sldId="258"/>
        </pc:sldMkLst>
      </pc:sldChg>
      <pc:sldChg chg="modSp mod">
        <pc:chgData name="K Jashwanth" userId="dc3d6892c9a71830" providerId="LiveId" clId="{D9021D25-CE09-4CF2-BAAA-8DCDC9063662}" dt="2025-10-19T17:18:49.256" v="257" actId="113"/>
        <pc:sldMkLst>
          <pc:docMk/>
          <pc:sldMk cId="0" sldId="259"/>
        </pc:sldMkLst>
        <pc:spChg chg="mod">
          <ac:chgData name="K Jashwanth" userId="dc3d6892c9a71830" providerId="LiveId" clId="{D9021D25-CE09-4CF2-BAAA-8DCDC9063662}" dt="2025-10-19T17:18:49.256" v="257" actId="113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mod">
        <pc:chgData name="K Jashwanth" userId="dc3d6892c9a71830" providerId="LiveId" clId="{D9021D25-CE09-4CF2-BAAA-8DCDC9063662}" dt="2025-10-19T17:27:40.978" v="420" actId="20577"/>
        <pc:sldMkLst>
          <pc:docMk/>
          <pc:sldMk cId="0" sldId="260"/>
        </pc:sldMkLst>
        <pc:spChg chg="mod">
          <ac:chgData name="K Jashwanth" userId="dc3d6892c9a71830" providerId="LiveId" clId="{D9021D25-CE09-4CF2-BAAA-8DCDC9063662}" dt="2025-10-19T17:27:40.978" v="420" actId="20577"/>
          <ac:spMkLst>
            <pc:docMk/>
            <pc:sldMk cId="0" sldId="260"/>
            <ac:spMk id="3" creationId="{00000000-0000-0000-0000-000000000000}"/>
          </ac:spMkLst>
        </pc:spChg>
        <pc:spChg chg="del mod">
          <ac:chgData name="K Jashwanth" userId="dc3d6892c9a71830" providerId="LiveId" clId="{D9021D25-CE09-4CF2-BAAA-8DCDC9063662}" dt="2025-10-19T17:24:26.222" v="307" actId="478"/>
          <ac:spMkLst>
            <pc:docMk/>
            <pc:sldMk cId="0" sldId="260"/>
            <ac:spMk id="4" creationId="{00000000-0000-0000-0000-000000000000}"/>
          </ac:spMkLst>
        </pc:spChg>
        <pc:spChg chg="add mod">
          <ac:chgData name="K Jashwanth" userId="dc3d6892c9a71830" providerId="LiveId" clId="{D9021D25-CE09-4CF2-BAAA-8DCDC9063662}" dt="2025-10-19T17:21:04.321" v="262" actId="14100"/>
          <ac:spMkLst>
            <pc:docMk/>
            <pc:sldMk cId="0" sldId="260"/>
            <ac:spMk id="5" creationId="{5FF572A7-DB8B-9681-A7DB-D44B88D11BAA}"/>
          </ac:spMkLst>
        </pc:spChg>
        <pc:spChg chg="add">
          <ac:chgData name="K Jashwanth" userId="dc3d6892c9a71830" providerId="LiveId" clId="{D9021D25-CE09-4CF2-BAAA-8DCDC9063662}" dt="2025-10-19T17:21:13.261" v="268"/>
          <ac:spMkLst>
            <pc:docMk/>
            <pc:sldMk cId="0" sldId="260"/>
            <ac:spMk id="6" creationId="{97E74A54-6433-0583-BA3E-20CD13A6432E}"/>
          </ac:spMkLst>
        </pc:spChg>
        <pc:spChg chg="add del mod">
          <ac:chgData name="K Jashwanth" userId="dc3d6892c9a71830" providerId="LiveId" clId="{D9021D25-CE09-4CF2-BAAA-8DCDC9063662}" dt="2025-10-19T17:24:46.868" v="313" actId="478"/>
          <ac:spMkLst>
            <pc:docMk/>
            <pc:sldMk cId="0" sldId="260"/>
            <ac:spMk id="7" creationId="{67F6C0C2-7AB6-10C5-D4BC-C1573B578DB6}"/>
          </ac:spMkLst>
        </pc:spChg>
      </pc:sldChg>
      <pc:sldChg chg="modSp mod">
        <pc:chgData name="K Jashwanth" userId="dc3d6892c9a71830" providerId="LiveId" clId="{D9021D25-CE09-4CF2-BAAA-8DCDC9063662}" dt="2025-10-19T17:32:50.325" v="548"/>
        <pc:sldMkLst>
          <pc:docMk/>
          <pc:sldMk cId="0" sldId="261"/>
        </pc:sldMkLst>
        <pc:spChg chg="mod">
          <ac:chgData name="K Jashwanth" userId="dc3d6892c9a71830" providerId="LiveId" clId="{D9021D25-CE09-4CF2-BAAA-8DCDC9063662}" dt="2025-10-19T17:32:50.325" v="548"/>
          <ac:spMkLst>
            <pc:docMk/>
            <pc:sldMk cId="0" sldId="261"/>
            <ac:spMk id="3" creationId="{00000000-0000-0000-0000-000000000000}"/>
          </ac:spMkLst>
        </pc:spChg>
      </pc:sldChg>
      <pc:sldChg chg="delSp modSp mod">
        <pc:chgData name="K Jashwanth" userId="dc3d6892c9a71830" providerId="LiveId" clId="{D9021D25-CE09-4CF2-BAAA-8DCDC9063662}" dt="2025-10-19T17:31:16.123" v="522" actId="20577"/>
        <pc:sldMkLst>
          <pc:docMk/>
          <pc:sldMk cId="0" sldId="262"/>
        </pc:sldMkLst>
        <pc:spChg chg="mod">
          <ac:chgData name="K Jashwanth" userId="dc3d6892c9a71830" providerId="LiveId" clId="{D9021D25-CE09-4CF2-BAAA-8DCDC9063662}" dt="2025-10-19T17:31:16.123" v="522" actId="20577"/>
          <ac:spMkLst>
            <pc:docMk/>
            <pc:sldMk cId="0" sldId="262"/>
            <ac:spMk id="3" creationId="{00000000-0000-0000-0000-000000000000}"/>
          </ac:spMkLst>
        </pc:spChg>
        <pc:spChg chg="del">
          <ac:chgData name="K Jashwanth" userId="dc3d6892c9a71830" providerId="LiveId" clId="{D9021D25-CE09-4CF2-BAAA-8DCDC9063662}" dt="2025-10-19T17:30:20.330" v="433" actId="478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K Jashwanth" userId="dc3d6892c9a71830" providerId="LiveId" clId="{D9021D25-CE09-4CF2-BAAA-8DCDC9063662}" dt="2025-10-19T17:32:32.999" v="541" actId="27636"/>
        <pc:sldMkLst>
          <pc:docMk/>
          <pc:sldMk cId="0" sldId="263"/>
        </pc:sldMkLst>
        <pc:spChg chg="mod">
          <ac:chgData name="K Jashwanth" userId="dc3d6892c9a71830" providerId="LiveId" clId="{D9021D25-CE09-4CF2-BAAA-8DCDC9063662}" dt="2025-10-19T17:32:32.999" v="541" actId="27636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K Jashwanth" userId="dc3d6892c9a71830" providerId="LiveId" clId="{D9021D25-CE09-4CF2-BAAA-8DCDC9063662}" dt="2025-10-19T17:34:07.421" v="583" actId="20577"/>
        <pc:sldMkLst>
          <pc:docMk/>
          <pc:sldMk cId="0" sldId="264"/>
        </pc:sldMkLst>
        <pc:spChg chg="mod">
          <ac:chgData name="K Jashwanth" userId="dc3d6892c9a71830" providerId="LiveId" clId="{D9021D25-CE09-4CF2-BAAA-8DCDC9063662}" dt="2025-10-19T17:34:07.421" v="583" actId="20577"/>
          <ac:spMkLst>
            <pc:docMk/>
            <pc:sldMk cId="0" sldId="264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67F998-5564-47BA-B202-AA336AA99F0D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95BCDF-87F1-40AF-A648-E8F6DC0B3C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037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95BCDF-87F1-40AF-A648-E8F6DC0B3CD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788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97911"/>
            <a:ext cx="7772400" cy="1470025"/>
          </a:xfrm>
        </p:spPr>
        <p:txBody>
          <a:bodyPr/>
          <a:lstStyle/>
          <a:p>
            <a:r>
              <a:rPr dirty="0"/>
              <a:t>AI in Personalized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768367"/>
            <a:ext cx="6400800" cy="2870433"/>
          </a:xfrm>
        </p:spPr>
        <p:txBody>
          <a:bodyPr/>
          <a:lstStyle/>
          <a:p>
            <a:r>
              <a:rPr lang="en-IN" dirty="0"/>
              <a:t>Name : Kallam Jashwanth</a:t>
            </a:r>
            <a:r>
              <a:rPr dirty="0"/>
              <a:t> </a:t>
            </a:r>
            <a:endParaRPr lang="en-IN" dirty="0"/>
          </a:p>
          <a:p>
            <a:r>
              <a:rPr lang="en-IN" dirty="0"/>
              <a:t>Student code : iitrprai_2410511</a:t>
            </a:r>
          </a:p>
          <a:p>
            <a:r>
              <a:rPr lang="en-IN" dirty="0"/>
              <a:t>Email : kallamjashwanth@gmail.com</a:t>
            </a:r>
            <a:r>
              <a:rPr lang="en-IN" b="1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Traditional e-learning gives the same content to all learners</a:t>
            </a:r>
            <a:r>
              <a:rPr lang="en-IN" dirty="0"/>
              <a:t> </a:t>
            </a:r>
            <a:r>
              <a:rPr lang="en-IN" sz="2000" dirty="0"/>
              <a:t>without any personalization,</a:t>
            </a:r>
            <a:r>
              <a:rPr lang="en-US" dirty="0"/>
              <a:t> lack of personalization and adaptability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/>
              <a:t>Students learn at different speeds with varied strengths</a:t>
            </a:r>
            <a:r>
              <a:rPr lang="en-IN" dirty="0"/>
              <a:t> which is not taken into account by traditional ones</a:t>
            </a:r>
            <a:r>
              <a:rPr dirty="0"/>
              <a:t>.</a:t>
            </a:r>
            <a:endParaRPr lang="en-IN" dirty="0"/>
          </a:p>
          <a:p>
            <a:pPr>
              <a:defRPr sz="2000"/>
            </a:pPr>
            <a:r>
              <a:rPr lang="en-US" dirty="0"/>
              <a:t>Limited feedback and recommendations for learners.</a:t>
            </a:r>
            <a:endParaRPr dirty="0"/>
          </a:p>
          <a:p>
            <a:pPr>
              <a:defRPr sz="2000"/>
            </a:pPr>
            <a:r>
              <a:rPr lang="en-IN" sz="2000" dirty="0"/>
              <a:t>There is a need for an adaptive system that can </a:t>
            </a:r>
            <a:r>
              <a:rPr lang="en-IN" sz="2000" dirty="0" err="1"/>
              <a:t>analyze</a:t>
            </a:r>
            <a:r>
              <a:rPr lang="en-IN" sz="2000" dirty="0"/>
              <a:t> learner performance, predict future outcomes, and recommend suitable next topics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/>
              <a:t>This project builds an AI-powered personalized learning platform</a:t>
            </a:r>
            <a:r>
              <a:rPr lang="en-IN" dirty="0"/>
              <a:t> solve above problems using ml and reinforcement learning</a:t>
            </a:r>
            <a:r>
              <a:rPr dirty="0"/>
              <a:t>.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To build a personalized learning platform that adapts to each student’s performance.</a:t>
            </a:r>
          </a:p>
          <a:p>
            <a:r>
              <a:rPr lang="en-US" dirty="0"/>
              <a:t>To create a topic-wise AI quiz bank for focused practice.</a:t>
            </a:r>
          </a:p>
          <a:p>
            <a:r>
              <a:rPr lang="en-US" dirty="0"/>
              <a:t>To use machine learning models (Logistic Regression &amp; Random Forest) to predict learner accuracy.</a:t>
            </a:r>
          </a:p>
          <a:p>
            <a:r>
              <a:rPr lang="en-US" dirty="0"/>
              <a:t>To implement a bandit-based recommendation system for adaptive topic selection.</a:t>
            </a:r>
          </a:p>
          <a:p>
            <a:r>
              <a:rPr lang="en-US" dirty="0"/>
              <a:t>To integrate theory, quizzes, feedback, and AI support in a single </a:t>
            </a:r>
            <a:r>
              <a:rPr lang="en-US" dirty="0" err="1"/>
              <a:t>Streamlit</a:t>
            </a:r>
            <a:r>
              <a:rPr lang="en-US" dirty="0"/>
              <a:t> web app.</a:t>
            </a:r>
          </a:p>
          <a:p>
            <a:pPr>
              <a:defRPr sz="2000"/>
            </a:pP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/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8350"/>
            <a:ext cx="8229600" cy="4867814"/>
          </a:xfrm>
        </p:spPr>
        <p:txBody>
          <a:bodyPr>
            <a:normAutofit/>
          </a:bodyPr>
          <a:lstStyle/>
          <a:p>
            <a:pPr>
              <a:defRPr sz="2000"/>
            </a:pPr>
            <a:endParaRPr lang="en-IN" dirty="0"/>
          </a:p>
          <a:p>
            <a:pPr>
              <a:defRPr sz="2000"/>
            </a:pPr>
            <a:r>
              <a:rPr lang="en-US" altLang="en-US" sz="2000" dirty="0">
                <a:latin typeface="Arial" panose="020B0604020202020204" pitchFamily="34" charset="0"/>
              </a:rPr>
              <a:t>Collected and preprocessed data from </a:t>
            </a:r>
            <a:r>
              <a:rPr lang="en-US" altLang="en-US" sz="2000" dirty="0" err="1">
                <a:latin typeface="Arial" panose="020B0604020202020204" pitchFamily="34" charset="0"/>
              </a:rPr>
              <a:t>Riiid</a:t>
            </a:r>
            <a:r>
              <a:rPr lang="en-US" altLang="en-US" sz="2000" dirty="0">
                <a:latin typeface="Arial" panose="020B0604020202020204" pitchFamily="34" charset="0"/>
              </a:rPr>
              <a:t> dataset and MathQA JSON.</a:t>
            </a:r>
          </a:p>
          <a:p>
            <a:pPr>
              <a:defRPr sz="2000"/>
            </a:pPr>
            <a:r>
              <a:rPr lang="en-US" altLang="en-US" sz="2000" dirty="0">
                <a:latin typeface="Arial" panose="020B0604020202020204" pitchFamily="34" charset="0"/>
              </a:rPr>
              <a:t>Extracted key features like user accuracy, content difficulty, and question metadata to </a:t>
            </a:r>
            <a:r>
              <a:rPr lang="en-IN" sz="2000" dirty="0"/>
              <a:t>created a processed sample csv file </a:t>
            </a:r>
            <a:r>
              <a:rPr lang="en-US" altLang="en-US" sz="2000" dirty="0">
                <a:latin typeface="Arial" panose="020B0604020202020204" pitchFamily="34" charset="0"/>
              </a:rPr>
              <a:t>.</a:t>
            </a:r>
          </a:p>
          <a:p>
            <a:pPr>
              <a:defRPr sz="2000"/>
            </a:pPr>
            <a:r>
              <a:rPr lang="en-US" altLang="en-US" sz="2000" dirty="0">
                <a:latin typeface="Arial" panose="020B0604020202020204" pitchFamily="34" charset="0"/>
              </a:rPr>
              <a:t>Mapped questions into 10 predefined math topics using keyword matching and created quiz bank dataset.</a:t>
            </a:r>
          </a:p>
          <a:p>
            <a:pPr>
              <a:defRPr sz="2000"/>
            </a:pPr>
            <a:r>
              <a:rPr lang="en-US" altLang="en-US" sz="2000" dirty="0">
                <a:latin typeface="Arial" panose="020B0604020202020204" pitchFamily="34" charset="0"/>
              </a:rPr>
              <a:t>Trained Random Forest model for accuracy prediction for next quiz .</a:t>
            </a:r>
          </a:p>
          <a:p>
            <a:pPr>
              <a:defRPr sz="2000"/>
            </a:pPr>
            <a:r>
              <a:rPr lang="en-US" altLang="en-US" sz="2000" dirty="0">
                <a:latin typeface="Arial" panose="020B0604020202020204" pitchFamily="34" charset="0"/>
              </a:rPr>
              <a:t>Built a bandit algorithm to recommend weak topics for targeted learning.</a:t>
            </a:r>
          </a:p>
          <a:p>
            <a:pPr>
              <a:defRPr sz="2000"/>
            </a:pPr>
            <a:r>
              <a:rPr lang="en-US" altLang="en-US" sz="2000" dirty="0">
                <a:latin typeface="Arial" panose="020B0604020202020204" pitchFamily="34" charset="0"/>
              </a:rPr>
              <a:t>Integrated all components into a </a:t>
            </a:r>
            <a:r>
              <a:rPr lang="en-US" altLang="en-US" sz="2000" dirty="0" err="1">
                <a:latin typeface="Arial" panose="020B0604020202020204" pitchFamily="34" charset="0"/>
              </a:rPr>
              <a:t>Streamlit</a:t>
            </a:r>
            <a:r>
              <a:rPr lang="en-US" altLang="en-US" sz="2000" dirty="0">
                <a:latin typeface="Arial" panose="020B0604020202020204" pitchFamily="34" charset="0"/>
              </a:rPr>
              <a:t> web application for demonstration.</a:t>
            </a:r>
            <a:endParaRPr lang="en-IN" altLang="en-US" sz="2000" dirty="0">
              <a:latin typeface="Arial" panose="020B0604020202020204" pitchFamily="34" charset="0"/>
            </a:endParaRPr>
          </a:p>
          <a:p>
            <a:pPr>
              <a:defRPr sz="2000"/>
            </a:pPr>
            <a:r>
              <a:rPr dirty="0"/>
              <a:t>Flow: User → Theory → Quiz → Feedback → Topic Recommendation →</a:t>
            </a:r>
            <a:r>
              <a:rPr lang="en-IN" dirty="0"/>
              <a:t> </a:t>
            </a:r>
            <a:r>
              <a:rPr dirty="0"/>
              <a:t> </a:t>
            </a:r>
            <a:r>
              <a:rPr lang="en-IN" dirty="0"/>
              <a:t>    </a:t>
            </a:r>
            <a:r>
              <a:rPr dirty="0"/>
              <a:t>Doubt Clarification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Loaded and preprocessed training data, handling missing values and creating aggregated features.</a:t>
            </a:r>
          </a:p>
          <a:p>
            <a:r>
              <a:rPr lang="en-US" dirty="0"/>
              <a:t>Generated a quiz bank by mapping MathQA questions to specific topics</a:t>
            </a:r>
          </a:p>
          <a:p>
            <a:r>
              <a:rPr lang="en-US" dirty="0"/>
              <a:t>Developed Random Forest model for performance prediction..</a:t>
            </a:r>
          </a:p>
          <a:p>
            <a:r>
              <a:rPr lang="en-US" dirty="0"/>
              <a:t>Implemented bandit-based topic recommendation to adapt learning paths.</a:t>
            </a:r>
          </a:p>
          <a:p>
            <a:r>
              <a:rPr lang="en-US" dirty="0"/>
              <a:t>Integrated models, quizzes, and recommendations into a </a:t>
            </a:r>
            <a:r>
              <a:rPr lang="en-US" dirty="0" err="1"/>
              <a:t>Streamlit</a:t>
            </a:r>
            <a:r>
              <a:rPr lang="en-US" dirty="0"/>
              <a:t> app for user interaction.</a:t>
            </a:r>
          </a:p>
          <a:p>
            <a:r>
              <a:rPr lang="en-US" dirty="0"/>
              <a:t>Saved trained models and encoders for efficient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/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Home Page – user info &amp; topic selection</a:t>
            </a:r>
          </a:p>
          <a:p>
            <a:pPr>
              <a:defRPr sz="2000"/>
            </a:pPr>
            <a:r>
              <a:rPr dirty="0"/>
              <a:t>Theory Page – learning content</a:t>
            </a:r>
          </a:p>
          <a:p>
            <a:pPr>
              <a:defRPr sz="2000"/>
            </a:pPr>
            <a:r>
              <a:rPr dirty="0"/>
              <a:t>Quiz Page – MCQ flow</a:t>
            </a:r>
          </a:p>
          <a:p>
            <a:pPr>
              <a:defRPr sz="2000"/>
            </a:pPr>
            <a:r>
              <a:rPr dirty="0"/>
              <a:t>Feedback Page – performance summary</a:t>
            </a:r>
            <a:endParaRPr lang="en-IN" dirty="0"/>
          </a:p>
          <a:p>
            <a:pPr marL="0" indent="0">
              <a:buNone/>
              <a:defRPr sz="2000"/>
            </a:pPr>
            <a:r>
              <a:rPr lang="en-IN" dirty="0"/>
              <a:t>                                --- next topic recommendation</a:t>
            </a:r>
            <a:endParaRPr dirty="0"/>
          </a:p>
          <a:p>
            <a:pPr>
              <a:defRPr sz="2000"/>
            </a:pPr>
            <a:r>
              <a:rPr dirty="0"/>
              <a:t>Doubt Chat – question clarification</a:t>
            </a:r>
            <a:r>
              <a:rPr lang="en-IN" dirty="0"/>
              <a:t> (still working)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Successfully created a topic-wise quiz bank covering 10 math domains.</a:t>
            </a:r>
          </a:p>
          <a:p>
            <a:r>
              <a:rPr lang="en-US" dirty="0"/>
              <a:t>Achieved good prediction accuracy using Random Forest on the processed dataset.</a:t>
            </a:r>
          </a:p>
          <a:p>
            <a:r>
              <a:rPr lang="en-US" dirty="0"/>
              <a:t>Implemented a bandit system that recommends weak topics based on user performance.</a:t>
            </a:r>
          </a:p>
          <a:p>
            <a:r>
              <a:rPr lang="en-US" dirty="0"/>
              <a:t>Integrated all components into a functional </a:t>
            </a:r>
            <a:r>
              <a:rPr lang="en-US" dirty="0" err="1"/>
              <a:t>Streamlit</a:t>
            </a:r>
            <a:r>
              <a:rPr lang="en-US" dirty="0"/>
              <a:t> web app for demonstration.</a:t>
            </a:r>
          </a:p>
          <a:p>
            <a:r>
              <a:rPr lang="en-US" dirty="0"/>
              <a:t>Observed improved targeted learning experience through adaptive recommendations.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Developed an AI-driven personalized learning platform integrating prediction, quizzes, and recommendations.</a:t>
            </a:r>
          </a:p>
          <a:p>
            <a:r>
              <a:rPr lang="en-US" dirty="0"/>
              <a:t>Demonstrated effective use of ML models and bandit algorithms for adaptive topic selection.</a:t>
            </a:r>
          </a:p>
          <a:p>
            <a:r>
              <a:rPr lang="en-US" dirty="0"/>
              <a:t>Showcased a working </a:t>
            </a:r>
            <a:r>
              <a:rPr lang="en-US" dirty="0" err="1"/>
              <a:t>Streamlit</a:t>
            </a:r>
            <a:r>
              <a:rPr lang="en-US" dirty="0"/>
              <a:t> app combining data, models, and UI.</a:t>
            </a:r>
          </a:p>
          <a:p>
            <a:r>
              <a:rPr lang="en-US" dirty="0"/>
              <a:t>Future work: expand dataset for better accuracy and add deep learning models for doubt clarification.</a:t>
            </a:r>
          </a:p>
          <a:p>
            <a:r>
              <a:rPr lang="en-US" dirty="0"/>
              <a:t>Plan to include real-time feedback, gamification, and support for more subjects.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523</Words>
  <Application>Microsoft Office PowerPoint</Application>
  <PresentationFormat>On-screen Show (4:3)</PresentationFormat>
  <Paragraphs>54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AI in Personalized Learning</vt:lpstr>
      <vt:lpstr>Problem statement</vt:lpstr>
      <vt:lpstr>Objectives</vt:lpstr>
      <vt:lpstr>Methodology / Architecture</vt:lpstr>
      <vt:lpstr>Implementation</vt:lpstr>
      <vt:lpstr>Demo / Working</vt:lpstr>
      <vt:lpstr>Results &amp; Insights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 Jashwanth</cp:lastModifiedBy>
  <cp:revision>1</cp:revision>
  <dcterms:created xsi:type="dcterms:W3CDTF">2013-01-27T09:14:16Z</dcterms:created>
  <dcterms:modified xsi:type="dcterms:W3CDTF">2025-10-19T17:53:38Z</dcterms:modified>
  <cp:category/>
</cp:coreProperties>
</file>